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FD695-B243-F791-474C-2D4F7FB08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AE11D-6DFA-443D-0FF6-E8B65FB8A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F5D7E-BE6B-3836-9148-9806874D1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D37E-AC52-4933-B8F2-426088D9ABA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6E1FC-BADE-8B6B-D6F8-C4FE90538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72910-54C8-D437-1E1A-B269F9E5D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CD2C-8A5E-41C9-A2CC-1F3AE5A284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362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B6AAF-AC47-CCA4-B964-248EEA86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42697-5B88-94BD-E0D5-F5726664B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AA470-0706-F03C-00F1-81EF4679B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D37E-AC52-4933-B8F2-426088D9ABA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5DBCA-7DEE-3641-FDB1-C52527EA4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55163-7437-3BC9-0D4A-D8FAFE71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CD2C-8A5E-41C9-A2CC-1F3AE5A284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1003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EE2BA-6FD8-AFBF-A558-E12A11B46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2150D-C6BB-1765-D578-20B4A1A7B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70961-02D0-6E43-A28A-EEBD5245E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D37E-AC52-4933-B8F2-426088D9ABA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C365F-B168-8859-28E0-9768E58A1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410E1-F78E-C0F5-ED79-104B2D065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CD2C-8A5E-41C9-A2CC-1F3AE5A284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631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226DF-F11B-DFE7-5BF2-BCE5A37D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DB7B3-A7C5-391C-A313-7F739DA4A8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D80D4-D6A6-E376-4B69-25D841973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144A9-0CAE-47CA-E299-0F18ED129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D37E-AC52-4933-B8F2-426088D9ABA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09103-30B6-CD09-D665-54B61F5EA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5A3D5-F2FA-5B61-22E2-F275A6793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CD2C-8A5E-41C9-A2CC-1F3AE5A284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463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95670-47F1-3240-E93D-206E11D18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0A6A5-B76E-7CBE-F67B-715EFC8EF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E516AD-2F0D-39A3-BDA7-1AFFEB3BF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55190A-05FD-0BA6-F6F3-44114EBE26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75FBB4-31D6-182E-C384-3F3497ED9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C06BE7-4876-11CC-E5DD-E83EBA42B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D37E-AC52-4933-B8F2-426088D9ABA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06ABD6-41D7-D6D1-4D8E-7548CC1D8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10608-859E-9F78-552B-407E9732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CD2C-8A5E-41C9-A2CC-1F3AE5A284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978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367C5-F193-5638-A995-FFD428DD2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496635-FE7F-963B-6C05-2D387AD23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D37E-AC52-4933-B8F2-426088D9ABA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24A499-B7F3-F8E6-1973-AF2B5CE10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767C0-82A3-2823-8427-6C2CCFC9F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CD2C-8A5E-41C9-A2CC-1F3AE5A284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37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F0D82C-D44E-567E-3568-A58212CC7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D37E-AC52-4933-B8F2-426088D9ABA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90DFBA-E683-8CEF-9288-AE430B15A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E78B2-2862-87A1-24DE-2FCA52205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CD2C-8A5E-41C9-A2CC-1F3AE5A284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244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CCBD4-7880-85CA-1655-58853E075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E2A6D-FF09-5CC9-29C5-703C58E6E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C21FFA-21C2-FF26-9E20-3B12E1EDD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8A89F-65F2-3004-A27F-1584F2A52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D37E-AC52-4933-B8F2-426088D9ABA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1EBEA-5A62-6349-8F37-E7A241878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76343-8E90-6588-6A18-62ABCA53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CD2C-8A5E-41C9-A2CC-1F3AE5A284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492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117B8-9BED-7D1F-7C93-E673A389D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9B2304-A103-EE7D-FE7E-C2C997D284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D7E70C-C4AD-875B-57CD-29E97FEF8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848AD-8279-4EE1-26F6-FFCCC931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D37E-AC52-4933-B8F2-426088D9ABA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01469-80E6-C4B8-68A0-C4E5CE6A3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53694-D831-360A-3612-91D906F24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CD2C-8A5E-41C9-A2CC-1F3AE5A284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24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CC2B0-26A8-0279-1FC0-CD5E7223A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471F48-A552-3D6D-D246-46966D09F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26BCB-68E6-BB47-18D9-B4F8DDB58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D37E-AC52-4933-B8F2-426088D9ABA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0218B-FD86-D6E5-1822-798437A8F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820D6-9032-A83F-9941-E79B3B885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CD2C-8A5E-41C9-A2CC-1F3AE5A284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6586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9E3C51-D4B7-31FB-5DE1-626BCD13D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3F860D-256F-3231-8F0B-F079D5171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170A0-6B4E-CE71-A571-347FA85A2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D37E-AC52-4933-B8F2-426088D9ABA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7F71B-4BB6-9428-A30F-E4C915F7C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F21CF-8BEC-1AEA-2BD4-D9707B187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2CD2C-8A5E-41C9-A2CC-1F3AE5A284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7833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14665B-EF20-0943-1CDF-A696B0332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68A53-34A5-4944-5754-D86AE92D4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CDD60-61B8-F6B7-2A44-A39234882E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03D37E-AC52-4933-B8F2-426088D9ABA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868E6-C10C-0E9A-C010-061F72C28F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2CFA1-4414-510F-DCD5-9C30443A3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22CD2C-8A5E-41C9-A2CC-1F3AE5A284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95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E409D-E406-78B8-70F0-026DA65962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U23 P5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5E3B3-DFD1-4685-E392-5DAA1A40AF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070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744E-617B-8272-9E96-87C331B0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BFC6C5-D4B3-AA87-2DC5-7F995B5540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0387" y="1825625"/>
            <a:ext cx="94312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357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BD6AC-63B7-C9F0-7D39-C1BC551D3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screenshot of a website&#10;&#10;AI-generated content may be incorrect.">
            <a:extLst>
              <a:ext uri="{FF2B5EF4-FFF2-40B4-BE49-F238E27FC236}">
                <a16:creationId xmlns:a16="http://schemas.microsoft.com/office/drawing/2014/main" id="{2AA03A35-898B-8EDC-1382-1293F47FE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176" y="1825625"/>
            <a:ext cx="945964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445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C0BC-0255-49AD-802E-38E6A772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04C06E-D9D5-EB03-60CC-07B3BB9274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9977" y="1825625"/>
            <a:ext cx="945204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355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5F584-76A5-D100-87D8-FDCC66947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EEF7A-9B81-A232-B5CE-9D038E37E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588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3BB69-76DF-F5A7-1B96-92A5CCBB4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0E8EF-BBA7-DE93-37A8-9E501D6F4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571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44AAF-CEDE-3B5D-C805-FF1D59F28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D537C-AD3C-96AF-80CA-D8E88D48A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342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E4FEB-009E-7625-B243-434DBBDE6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CE84E-3843-60A1-AF5F-27DA8775D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b="1" dirty="0">
                <a:effectLst/>
              </a:rPr>
              <a:t>🖼️ 1. Home Page</a:t>
            </a:r>
          </a:p>
          <a:p>
            <a:r>
              <a:rPr lang="en-GB" b="1" dirty="0">
                <a:effectLst/>
              </a:rPr>
              <a:t>Screenshot:</a:t>
            </a:r>
            <a:r>
              <a:rPr lang="en-GB" dirty="0">
                <a:effectLst/>
              </a:rPr>
              <a:t> </a:t>
            </a:r>
            <a:r>
              <a:rPr lang="en-GB" i="1" dirty="0">
                <a:effectLst/>
              </a:rPr>
              <a:t>(insert your screenshot here)</a:t>
            </a:r>
            <a:r>
              <a:rPr lang="en-GB" dirty="0">
                <a:effectLst/>
              </a:rPr>
              <a:t> </a:t>
            </a:r>
            <a:r>
              <a:rPr lang="en-GB" b="1" dirty="0">
                <a:effectLst/>
              </a:rPr>
              <a:t>Explanation:</a:t>
            </a:r>
            <a:r>
              <a:rPr lang="en-GB" dirty="0">
                <a:effectLst/>
              </a:rPr>
              <a:t> The Home page introduces who I am and what the website is about. It includes my name, a short welcome message, and an audio player. This page sets the tone for the portfolio and gives visitors an overview of my digital media work.</a:t>
            </a:r>
          </a:p>
          <a:p>
            <a:r>
              <a:rPr lang="en-GB" b="1" dirty="0">
                <a:effectLst/>
              </a:rPr>
              <a:t>🖼️ 2. Portfolio Page</a:t>
            </a:r>
          </a:p>
          <a:p>
            <a:r>
              <a:rPr lang="en-GB" b="1" dirty="0">
                <a:effectLst/>
              </a:rPr>
              <a:t>Screenshot:</a:t>
            </a:r>
            <a:r>
              <a:rPr lang="en-GB" dirty="0">
                <a:effectLst/>
              </a:rPr>
              <a:t> </a:t>
            </a:r>
            <a:r>
              <a:rPr lang="en-GB" i="1" dirty="0">
                <a:effectLst/>
              </a:rPr>
              <a:t>(insert your screenshot here)</a:t>
            </a:r>
            <a:r>
              <a:rPr lang="en-GB" dirty="0">
                <a:effectLst/>
              </a:rPr>
              <a:t> </a:t>
            </a:r>
            <a:r>
              <a:rPr lang="en-GB" b="1" dirty="0">
                <a:effectLst/>
              </a:rPr>
              <a:t>Explanation:</a:t>
            </a:r>
            <a:r>
              <a:rPr lang="en-GB" dirty="0">
                <a:effectLst/>
              </a:rPr>
              <a:t> The Portfolio page displays examples of my digital media coursework. Each image can be clicked to open a popup with a larger version and a description. This page demonstrates my skills in graphic design, advertising, and photography.</a:t>
            </a:r>
          </a:p>
          <a:p>
            <a:r>
              <a:rPr lang="en-GB" b="1" dirty="0">
                <a:effectLst/>
              </a:rPr>
              <a:t>🖼️ 3. Animation Portfolio Page</a:t>
            </a:r>
          </a:p>
          <a:p>
            <a:r>
              <a:rPr lang="en-GB" b="1" dirty="0">
                <a:effectLst/>
              </a:rPr>
              <a:t>Screenshot:</a:t>
            </a:r>
            <a:r>
              <a:rPr lang="en-GB" dirty="0">
                <a:effectLst/>
              </a:rPr>
              <a:t> </a:t>
            </a:r>
            <a:r>
              <a:rPr lang="en-GB" i="1" dirty="0">
                <a:effectLst/>
              </a:rPr>
              <a:t>(insert your screenshot here)</a:t>
            </a:r>
            <a:r>
              <a:rPr lang="en-GB" dirty="0">
                <a:effectLst/>
              </a:rPr>
              <a:t> </a:t>
            </a:r>
            <a:r>
              <a:rPr lang="en-GB" b="1" dirty="0">
                <a:effectLst/>
              </a:rPr>
              <a:t>Explanation:</a:t>
            </a:r>
            <a:r>
              <a:rPr lang="en-GB" dirty="0">
                <a:effectLst/>
              </a:rPr>
              <a:t> This page showcases my animation work. It includes a still image from my animation and a link to a YouTube clip. This section highlights my ability to create animated content and shows part of my Unit 10 animation project.</a:t>
            </a:r>
          </a:p>
          <a:p>
            <a:r>
              <a:rPr lang="en-GB" b="1" dirty="0">
                <a:effectLst/>
              </a:rPr>
              <a:t>🖼️ 4. About Me Page</a:t>
            </a:r>
          </a:p>
          <a:p>
            <a:r>
              <a:rPr lang="en-GB" b="1" dirty="0">
                <a:effectLst/>
              </a:rPr>
              <a:t>Screenshot:</a:t>
            </a:r>
            <a:r>
              <a:rPr lang="en-GB" dirty="0">
                <a:effectLst/>
              </a:rPr>
              <a:t> </a:t>
            </a:r>
            <a:r>
              <a:rPr lang="en-GB" i="1" dirty="0">
                <a:effectLst/>
              </a:rPr>
              <a:t>(insert your screenshot here)</a:t>
            </a:r>
            <a:r>
              <a:rPr lang="en-GB" dirty="0">
                <a:effectLst/>
              </a:rPr>
              <a:t> </a:t>
            </a:r>
            <a:r>
              <a:rPr lang="en-GB" b="1" dirty="0">
                <a:effectLst/>
              </a:rPr>
              <a:t>Explanation:</a:t>
            </a:r>
            <a:r>
              <a:rPr lang="en-GB" dirty="0">
                <a:effectLst/>
              </a:rPr>
              <a:t> The About Me page includes my profile picture and a short paragraph explaining why I chose digital media. It also links to my LinkedIn profile. This page helps visitors learn more about me personally and professionally.</a:t>
            </a:r>
          </a:p>
          <a:p>
            <a:r>
              <a:rPr lang="en-GB" b="1" dirty="0">
                <a:effectLst/>
              </a:rPr>
              <a:t>🖼️ 5. Skills Page</a:t>
            </a:r>
          </a:p>
          <a:p>
            <a:r>
              <a:rPr lang="en-GB" b="1" dirty="0">
                <a:effectLst/>
              </a:rPr>
              <a:t>Screenshot:</a:t>
            </a:r>
            <a:r>
              <a:rPr lang="en-GB" dirty="0">
                <a:effectLst/>
              </a:rPr>
              <a:t> </a:t>
            </a:r>
            <a:r>
              <a:rPr lang="en-GB" i="1" dirty="0">
                <a:effectLst/>
              </a:rPr>
              <a:t>(insert your screenshot here)</a:t>
            </a:r>
            <a:r>
              <a:rPr lang="en-GB" dirty="0">
                <a:effectLst/>
              </a:rPr>
              <a:t> </a:t>
            </a:r>
            <a:r>
              <a:rPr lang="en-GB" b="1" dirty="0">
                <a:effectLst/>
              </a:rPr>
              <a:t>Explanation:</a:t>
            </a:r>
            <a:r>
              <a:rPr lang="en-GB" dirty="0">
                <a:effectLst/>
              </a:rPr>
              <a:t> The Skills page lists the software and tools I use, such as Photoshop, Canva, and Clipchamp. It explains the areas of digital media I enjoy and what I’m confident working with. This page shows my technical abilities.</a:t>
            </a:r>
          </a:p>
          <a:p>
            <a:r>
              <a:rPr lang="en-GB" b="1" dirty="0">
                <a:effectLst/>
              </a:rPr>
              <a:t>🖼️ 6. Contact Page</a:t>
            </a:r>
          </a:p>
          <a:p>
            <a:r>
              <a:rPr lang="en-GB" b="1" dirty="0">
                <a:effectLst/>
              </a:rPr>
              <a:t>Screenshot:</a:t>
            </a:r>
            <a:r>
              <a:rPr lang="en-GB" dirty="0">
                <a:effectLst/>
              </a:rPr>
              <a:t> </a:t>
            </a:r>
            <a:r>
              <a:rPr lang="en-GB" i="1" dirty="0">
                <a:effectLst/>
              </a:rPr>
              <a:t>(insert your screenshot here)</a:t>
            </a:r>
            <a:r>
              <a:rPr lang="en-GB" dirty="0">
                <a:effectLst/>
              </a:rPr>
              <a:t> </a:t>
            </a:r>
            <a:r>
              <a:rPr lang="en-GB" b="1" dirty="0">
                <a:effectLst/>
              </a:rPr>
              <a:t>Explanation:</a:t>
            </a:r>
            <a:r>
              <a:rPr lang="en-GB" dirty="0">
                <a:effectLst/>
              </a:rPr>
              <a:t> The Contact page includes a form where visitors can send me a message. It collects their name, email, and message. This page makes the website interactive and allows people to reach out professionally.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8440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346</Words>
  <Application>Microsoft Office PowerPoint</Application>
  <PresentationFormat>Widescreen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U23 P5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Charlie Clements</dc:creator>
  <cp:lastModifiedBy>Charlie Clements</cp:lastModifiedBy>
  <cp:revision>1</cp:revision>
  <dcterms:created xsi:type="dcterms:W3CDTF">2026-01-28T08:17:23Z</dcterms:created>
  <dcterms:modified xsi:type="dcterms:W3CDTF">2026-01-28T08:44:03Z</dcterms:modified>
</cp:coreProperties>
</file>